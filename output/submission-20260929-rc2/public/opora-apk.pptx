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a400ef66994395" /><Relationship Type="http://schemas.openxmlformats.org/officeDocument/2006/relationships/extended-properties" Target="/docProps/app.xml" Id="R251192ae7cb9424f" /><Relationship Type="http://schemas.openxmlformats.org/officeDocument/2006/relationships/officeDocument" Target="/ppt/presentation.xml" Id="R42c07e110435463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4364feea8f4a66"/>
  </p:sldMasterIdLst>
  <p:notesMasterIdLst>
    <p:notesMasterId xmlns:r="http://schemas.openxmlformats.org/officeDocument/2006/relationships" r:id="R45edd340750e478f"/>
  </p:notesMasterIdLst>
  <p:sldIdLst>
    <p:sldId xmlns:r="http://schemas.openxmlformats.org/officeDocument/2006/relationships" id="256" r:id="Rddb840e1d3a347a0"/>
    <p:sldId xmlns:r="http://schemas.openxmlformats.org/officeDocument/2006/relationships" id="257" r:id="R2b92bfbb6c594a95"/>
    <p:sldId xmlns:r="http://schemas.openxmlformats.org/officeDocument/2006/relationships" id="258" r:id="R2287170ec5f14ed8"/>
    <p:sldId xmlns:r="http://schemas.openxmlformats.org/officeDocument/2006/relationships" id="259" r:id="Rd35a3a65ec2d4ac7"/>
    <p:sldId xmlns:r="http://schemas.openxmlformats.org/officeDocument/2006/relationships" id="260" r:id="R08a90f241db64190"/>
    <p:sldId xmlns:r="http://schemas.openxmlformats.org/officeDocument/2006/relationships" id="261" r:id="R02588dc9e54b43c1"/>
    <p:sldId xmlns:r="http://schemas.openxmlformats.org/officeDocument/2006/relationships" id="262" r:id="Rd4751cecb45d4d93"/>
    <p:sldId xmlns:r="http://schemas.openxmlformats.org/officeDocument/2006/relationships" id="263" r:id="Rab774200bf21445b"/>
    <p:sldId xmlns:r="http://schemas.openxmlformats.org/officeDocument/2006/relationships" id="264" r:id="Rf6fec2f378d144cc"/>
    <p:sldId xmlns:r="http://schemas.openxmlformats.org/officeDocument/2006/relationships" id="265" r:id="Rb8253e1b58f84ddd"/>
    <p:sldId xmlns:r="http://schemas.openxmlformats.org/officeDocument/2006/relationships" id="266" r:id="Rc2c37d82bce045f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b8f5aeb21a4993" /><Relationship Type="http://schemas.openxmlformats.org/officeDocument/2006/relationships/slideMaster" Target="/ppt/slideMasters/slideMaster1.xml" Id="R6e4364feea8f4a66" /><Relationship Type="http://schemas.openxmlformats.org/officeDocument/2006/relationships/notesMaster" Target="/ppt/notesMasters/notesMaster1.xml" Id="R45edd340750e478f" /><Relationship Type="http://schemas.openxmlformats.org/officeDocument/2006/relationships/presProps" Target="/ppt/presProps.xml" Id="Re70960b20f5940d1" /><Relationship Type="http://schemas.openxmlformats.org/officeDocument/2006/relationships/tableStyles" Target="/ppt/tableStyles.xml" Id="R50f2eeb0b42e417f" /><Relationship Type="http://schemas.openxmlformats.org/officeDocument/2006/relationships/slide" Target="/ppt/slides/slide1.xml" Id="Rddb840e1d3a347a0" /><Relationship Type="http://schemas.openxmlformats.org/officeDocument/2006/relationships/slide" Target="/ppt/slides/slide2.xml" Id="R2b92bfbb6c594a95" /><Relationship Type="http://schemas.openxmlformats.org/officeDocument/2006/relationships/slide" Target="/ppt/slides/slide3.xml" Id="R2287170ec5f14ed8" /><Relationship Type="http://schemas.openxmlformats.org/officeDocument/2006/relationships/slide" Target="/ppt/slides/slide4.xml" Id="Rd35a3a65ec2d4ac7" /><Relationship Type="http://schemas.openxmlformats.org/officeDocument/2006/relationships/slide" Target="/ppt/slides/slide5.xml" Id="R08a90f241db64190" /><Relationship Type="http://schemas.openxmlformats.org/officeDocument/2006/relationships/slide" Target="/ppt/slides/slide6.xml" Id="R02588dc9e54b43c1" /><Relationship Type="http://schemas.openxmlformats.org/officeDocument/2006/relationships/slide" Target="/ppt/slides/slide7.xml" Id="Rd4751cecb45d4d93" /><Relationship Type="http://schemas.openxmlformats.org/officeDocument/2006/relationships/slide" Target="/ppt/slides/slide8.xml" Id="Rab774200bf21445b" /><Relationship Type="http://schemas.openxmlformats.org/officeDocument/2006/relationships/slide" Target="/ppt/slides/slide9.xml" Id="Rf6fec2f378d144cc" /><Relationship Type="http://schemas.openxmlformats.org/officeDocument/2006/relationships/slide" Target="/ppt/slides/slide10.xml" Id="Rb8253e1b58f84ddd" /><Relationship Type="http://schemas.openxmlformats.org/officeDocument/2006/relationships/slide" Target="/ppt/slides/slide11.xml" Id="Rc2c37d82bce045f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fccbdb336f4da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0a73fe1b7d470d" /><Relationship Type="http://schemas.openxmlformats.org/officeDocument/2006/relationships/notesMaster" Target="/ppt/notesMasters/notesMaster1.xml" Id="Rd0590f9f82984b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6d06e9f7033407d" /><Relationship Type="http://schemas.openxmlformats.org/officeDocument/2006/relationships/notesMaster" Target="/ppt/notesMasters/notesMaster1.xml" Id="R4da0f3c075e94d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e6172ed8284c7c" /><Relationship Type="http://schemas.openxmlformats.org/officeDocument/2006/relationships/notesMaster" Target="/ppt/notesMasters/notesMaster1.xml" Id="Rafa6fcea437446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11c44da88a4854" /><Relationship Type="http://schemas.openxmlformats.org/officeDocument/2006/relationships/notesMaster" Target="/ppt/notesMasters/notesMaster1.xml" Id="R4b4cd1ab8b70401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b419a4fe434182" /><Relationship Type="http://schemas.openxmlformats.org/officeDocument/2006/relationships/notesMaster" Target="/ppt/notesMasters/notesMaster1.xml" Id="R06a3d62a690243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434be55285e427d" /><Relationship Type="http://schemas.openxmlformats.org/officeDocument/2006/relationships/notesMaster" Target="/ppt/notesMasters/notesMaster1.xml" Id="Rd0c72af59aff4b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9a6f6fc2ee04fab" /><Relationship Type="http://schemas.openxmlformats.org/officeDocument/2006/relationships/notesMaster" Target="/ppt/notesMasters/notesMaster1.xml" Id="Ra2d98b865605469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eecaad6c6a4477" /><Relationship Type="http://schemas.openxmlformats.org/officeDocument/2006/relationships/notesMaster" Target="/ppt/notesMasters/notesMaster1.xml" Id="R60b901fe6e384dd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a7d21547d1f4819" /><Relationship Type="http://schemas.openxmlformats.org/officeDocument/2006/relationships/notesMaster" Target="/ppt/notesMasters/notesMaster1.xml" Id="R6a66a00b932c4d4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6f83f3f1f7e4725" /><Relationship Type="http://schemas.openxmlformats.org/officeDocument/2006/relationships/notesMaster" Target="/ppt/notesMasters/notesMaster1.xml" Id="R640520f928824f4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9cc3e8068314267" /><Relationship Type="http://schemas.openxmlformats.org/officeDocument/2006/relationships/notesMaster" Target="/ppt/notesMasters/notesMaster1.xml" Id="R2b538aff89b44d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Опора АПК. Кандидат сдаваемой версии от 29.09.2026. Состав команды требуется указать перед отправкой организаторам.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Задание «Эффективный бизнес», стр. 5, 8, 16–18. Наблюдение по собранным нормативным документам и объявлениям minagro.saratov.gov.ru/subsidii/. Интервью и измеренная экономия времени не заявляются.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Реализовано в коде и проверяется на отдельном синтетическом стенде. Десять справочных карточек доступны для изучения и плана. Полный допуск не подтверждается. Пользователь подтвердил работу пути, ранее указал веб-MAX и Android; детальный протокол не предоставлен.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Снимок размещённого интерфейса output/submission-20260929/site.png. Источник: приказ 186-пр от 08.07.2026. Пределы относятся к конкретным условиям, не гарантируют выплату или открытый приём.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backend/app/matching.py; тесты на PostgreSQL. UNKNOWN обозначает неизвестный факт, а не подтверждённый допуск. Справочные версии всегда сохраняют UNKNOWN, кроме подтверждённого несоответствия по отдельно сверенным критериям.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ARCHITECTURE.md; модули FastAPI и модели PostgreSQL. Подключение MAX и HTTPS реально работает. История версий отделена от конкретных отборов и сохранённых планов.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29.09.2026: Docker --no-cache, базовые образы загружены заранее. 117 pytest PASS, 20 DATA-API PASS. Первый прогон: отсутствовал mount архива источников; после исправления полный повтор PASS. Два предупреждения зависимостей сохранены. Результаты в RELEASE-20260929-RC2.md.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для следующего этапа. Пилот и количественные результаты не проводились. Партнёры не заявляются.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Предлагаемый следующий регион: Пензенская область. Исследование её каталога не завершено. Новые условия проходят самостоятельную проверку.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Фактическое состояние кандидата сдачи. Публичный API содержит 10 справочных карточек и 11 отборов. Полных публикаций допуска 0. Присланные документы подлинны по заявлению пользователя, но полнота редакций и применимость требуют отдельной сверки. Доступы жюри и состав команды требуют подготовки.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Источники данных сохранены с SHA-256; точные области проверки в реестре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85a8f34d9e4a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5c8380e3494adf" /><Relationship Type="http://schemas.openxmlformats.org/officeDocument/2006/relationships/slideLayout" Target="/ppt/slideLayouts/slideLayout1.xml" Id="Rd4c4e89351ca4c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c4e89351ca4c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e94b1eeff44ddd" /><Relationship Type="http://schemas.openxmlformats.org/officeDocument/2006/relationships/notesSlide" Target="/ppt/notesSlides/notesSlide1.xml" Id="Rae624e85d56b44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52ef781ab4835" /><Relationship Type="http://schemas.openxmlformats.org/officeDocument/2006/relationships/notesSlide" Target="/ppt/notesSlides/notesSlide2.xml" Id="R6c0f0c64e03543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a7f04ebb594006" /><Relationship Type="http://schemas.openxmlformats.org/officeDocument/2006/relationships/notesSlide" Target="/ppt/notesSlides/notesSlide3.xml" Id="R564b6b2964934e8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001747d0864020" /><Relationship Type="http://schemas.openxmlformats.org/officeDocument/2006/relationships/image" Target="/ppt/media/image.jpeg" Id="Rf3389a945e404bbf" /><Relationship Type="http://schemas.openxmlformats.org/officeDocument/2006/relationships/notesSlide" Target="/ppt/notesSlides/notesSlide4.xml" Id="R1d0bf651ff5d427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44da429da64ffe" /><Relationship Type="http://schemas.openxmlformats.org/officeDocument/2006/relationships/notesSlide" Target="/ppt/notesSlides/notesSlide5.xml" Id="R8188af7128574a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d4684686294d2d" /><Relationship Type="http://schemas.openxmlformats.org/officeDocument/2006/relationships/notesSlide" Target="/ppt/notesSlides/notesSlide6.xml" Id="R52b9a4d07cfc48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57750b0204aec" /><Relationship Type="http://schemas.openxmlformats.org/officeDocument/2006/relationships/notesSlide" Target="/ppt/notesSlides/notesSlide7.xml" Id="R958ae6984cd64e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2033cf08a348fa" /><Relationship Type="http://schemas.openxmlformats.org/officeDocument/2006/relationships/notesSlide" Target="/ppt/notesSlides/notesSlide8.xml" Id="R11cc7a03d036403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06c640ce84d7e" /><Relationship Type="http://schemas.openxmlformats.org/officeDocument/2006/relationships/notesSlide" Target="/ppt/notesSlides/notesSlide9.xml" Id="R4364c460eca04b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cc4a7d9e3f4b0c" /><Relationship Type="http://schemas.openxmlformats.org/officeDocument/2006/relationships/notesSlide" Target="/ppt/notesSlides/notesSlide10.xml" Id="R98ea5a3d9b7d43e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13f745ae054b06" /><Relationship Type="http://schemas.openxmlformats.org/officeDocument/2006/relationships/notesSlide" Target="/ppt/notesSlides/notesSlide11.xml" Id="R52980afca9c740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4B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9CFCF6-BF07-49C2-AF4D-4009459D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Опора АПК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347E1-8601-4F8E-80D7-2933D78FA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0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DFE9DC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DFE9DC"/>
                </a:solidFill>
                <a:latin typeface="Arial"/>
                <a:ea typeface="Arial"/>
                <a:cs typeface="Arial"/>
              </a:rPr>
              <a:t>Поддержка сельского хозяйства</a:t>
            </a:r>
          </a:p>
          <a:p xmlns:a="http://schemas.openxmlformats.org/drawingml/2006/main">
            <a:pPr>
              <a:defRPr sz="3300" b="0">
                <a:solidFill>
                  <a:srgbClr val="DFE9DC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DFE9DC"/>
                </a:solidFill>
                <a:latin typeface="Arial"/>
                <a:ea typeface="Arial"/>
                <a:cs typeface="Arial"/>
              </a:rPr>
              <a:t>в мини-приложении MAX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DAEB66-A6AB-4C9D-B6F0-0202D945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9117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DFE9D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FE9DC"/>
                </a:solidFill>
                <a:latin typeface="Arial"/>
                <a:ea typeface="Arial"/>
                <a:cs typeface="Arial"/>
              </a:rPr>
              <a:t>Саратовская область • 29 сентября 2026</a:t>
            </a:r>
          </a:p>
        </p:txBody>
      </p:sp>
    </p:spTree>
    <p:extLst>
      <p:ext uri="{BB962C8B-B14F-4D97-AF65-F5344CB8AC3E}">
        <p14:creationId xmlns:p14="http://schemas.microsoft.com/office/powerpoint/2010/main" val="1239970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21511-F1FD-4008-9729-6723FE0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Кому помогает продукт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B3B43-7A56-47CD-939E-E9DAD5D54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47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КФХ и сельскохозяйственные ИП</a:t>
            </a:r>
          </a:p>
          <a:p xmlns:a="http://schemas.openxmlformats.org/drawingml/2006/main">
            <a:pPr>
              <a:defRPr sz="315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Саратовской области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809F43-C4BD-4C35-9691-3FDC113F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Фермер сопоставляет правила программы, поправки и отборы.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D26B7-D937-44BB-8A20-6EB3D61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От категории хозяйства зависят допуск и документы.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D8AE0-8650-45A5-A6EF-7929A20B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Ошибка в сроке или редакции меняет результат подготовки.</a:t>
            </a:r>
          </a:p>
        </p:txBody>
      </p:sp>
    </p:spTree>
    <p:extLst>
      <p:ext uri="{BB962C8B-B14F-4D97-AF65-F5344CB8AC3E}">
        <p14:creationId xmlns:p14="http://schemas.microsoft.com/office/powerpoint/2010/main" val="18792930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6A3DAE-6BDA-4397-843C-4F67EC42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Основной пользовательский путь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98B9C-7185-43B8-801F-AF57BE2E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01  Вход через бота и анкета хозяйства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50A200-239E-4EB3-83C4-B6340530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02  Проверка критериев с объяснениями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D98B59-39D9-4ADC-BF87-21789AC7F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03  Карточка меры и конкретного отбора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C14C78-B3F2-47A3-82A5-732B6180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04  Сохранённый план подготовки документов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ADDD64-161E-489D-AF20-3BCD085F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48225"/>
            <a:ext cx="109728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05  Официальный маршрут подачи</a:t>
            </a:r>
          </a:p>
        </p:txBody>
      </p:sp>
    </p:spTree>
    <p:extLst>
      <p:ext uri="{BB962C8B-B14F-4D97-AF65-F5344CB8AC3E}">
        <p14:creationId xmlns:p14="http://schemas.microsoft.com/office/powerpoint/2010/main" val="10732730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798D4-DD79-4A31-89C2-9790BF21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Официальные документы в продукте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389a945e404bbf"/>
          <a:stretch xmlns:a="http://schemas.openxmlformats.org/drawingml/2006/main"/>
        </p:blipFill>
        <p:spPr>
          <a:xfrm xmlns:a="http://schemas.openxmlformats.org/drawingml/2006/main">
            <a:off x="2288341" y="1571625"/>
            <a:ext cx="7615318" cy="42862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00921-ACA5-48B7-9479-2BB3940A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6766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6766C"/>
                </a:solidFill>
                <a:latin typeface="Arial"/>
                <a:ea typeface="Arial"/>
                <a:cs typeface="Arial"/>
              </a:rPr>
              <a:t>Сумма программы, бюджет отбора и выплата заявителю различаются.</a:t>
            </a:r>
          </a:p>
        </p:txBody>
      </p:sp>
    </p:spTree>
    <p:extLst>
      <p:ext uri="{BB962C8B-B14F-4D97-AF65-F5344CB8AC3E}">
        <p14:creationId xmlns:p14="http://schemas.microsoft.com/office/powerpoint/2010/main" val="1535247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BE96BF-B4F0-4167-8D8E-5D40180F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Объяснимый подбор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8CF38-A581-4744-9302-7958871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B0032-5075-49AF-9877-D0E16EA6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47850"/>
            <a:ext cx="838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Указанные сведения выполняют критерий.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C2F91-67E7-4667-A3B6-884099A6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238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FAIL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EBCA2-5D5D-469E-9A4A-0E0FF44A6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90850"/>
            <a:ext cx="838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Есть конкретное несоответствие с объяснением.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6FBE75-0B81-449D-9CC2-9A46B22D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2524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UNKNOWN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806ED-249E-4229-BEB9-7525FDCD5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8382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Нужен ответ пользователя или проверка документа.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E3CDB-3003-4D6A-8DDD-CF1A2147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676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6766C"/>
                </a:solidFill>
                <a:latin typeface="Arial"/>
                <a:ea typeface="Arial"/>
                <a:cs typeface="Arial"/>
              </a:rPr>
              <a:t>Срок приёма проверяется отдельно от соответствия хозяйства.</a:t>
            </a:r>
          </a:p>
        </p:txBody>
      </p:sp>
    </p:spTree>
    <p:extLst>
      <p:ext uri="{BB962C8B-B14F-4D97-AF65-F5344CB8AC3E}">
        <p14:creationId xmlns:p14="http://schemas.microsoft.com/office/powerpoint/2010/main" val="9930362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73AB1-0A7B-40A5-B9E9-2B5309793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Архитектура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5375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7143750"/>
              </a:tblGrid>
              <a:tr h="7239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Компонент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Назначение</a:t>
                      </a:r>
                    </a:p>
                  </a:txBody>
                  <a:tcPr marL="91440" marR="91440" marT="45720" marB="45720">
                    <a:solidFill>
                      <a:srgbClr val="214B38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React + TypeScript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Анкета, каталог, планы, редактор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Python + FastAPI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Правила, сессии, права, версии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PostgreSQL + Alembic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Профили, история условий, планы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MAX + HTTPS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213C32"/>
                          </a:solidFill>
                          <a:latin typeface="Arial"/>
                          <a:ea typeface="Arial"/>
                          <a:cs typeface="Arial"/>
                        </a:rPr>
                        <a:t>Вход, мини-приложение, события бота</a:t>
                      </a:r>
                    </a:p>
                  </a:txBody>
                  <a:tcPr marL="91440" marR="91440" marT="45720" marB="45720">
                    <a:solidFill>
                      <a:srgbClr val="F5F6E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F1BE1A-65A2-47C2-BC5A-07DC7AB9E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6676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6766C"/>
                </a:solidFill>
                <a:latin typeface="Arial"/>
                <a:ea typeface="Arial"/>
                <a:cs typeface="Arial"/>
              </a:rPr>
              <a:t>Мера, редакция условий и отбор хранятся отдельно.</a:t>
            </a:r>
          </a:p>
          <a:p xmlns:a="http://schemas.openxmlformats.org/drawingml/2006/main">
            <a:pPr>
              <a:defRPr sz="2175" b="0">
                <a:solidFill>
                  <a:srgbClr val="66766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66766C"/>
                </a:solidFill>
                <a:latin typeface="Arial"/>
                <a:ea typeface="Arial"/>
                <a:cs typeface="Arial"/>
              </a:rPr>
              <a:t>План сохраняет снимок проверки и версию правил.</a:t>
            </a:r>
          </a:p>
        </p:txBody>
      </p:sp>
    </p:spTree>
    <p:extLst>
      <p:ext uri="{BB962C8B-B14F-4D97-AF65-F5344CB8AC3E}">
        <p14:creationId xmlns:p14="http://schemas.microsoft.com/office/powerpoint/2010/main" val="15030831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343777-49DA-4485-95CE-A86AC2BB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Проверки сдаваемой сборки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4EDBB-C4C1-4C7D-8934-D173058B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857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78,6 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E20CF-559E-4EE5-9E65-0DAC39F6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Сборка Docker без кеша</a:t>
            </a:r>
          </a:p>
          <a:p xmlns:a="http://schemas.openxmlformats.org/drawingml/2006/main">
            <a:pPr>
              <a:defRPr sz="225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при лимите задания 5 минут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4689A-392A-46BF-8CD1-0DE74F12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117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1254CB-FC2D-4943-9712-D65CFE7A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95625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Автоматических тестов</a:t>
            </a:r>
          </a:p>
          <a:p xmlns:a="http://schemas.openxmlformats.org/drawingml/2006/main">
            <a:pPr>
              <a:defRPr sz="225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на отдельной PostgreSQL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3163C-0F2E-4808-844F-8C579A78A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953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20 сценариев API; миграции; сохранение профиля и плана.</a:t>
            </a:r>
          </a:p>
          <a:p xmlns:a="http://schemas.openxmlformats.org/drawingml/2006/main">
            <a:pPr>
              <a:defRPr sz="225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Веб-MAX и Android: подтверждение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7971739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823E6-60B8-4E36-BFE7-AC828F57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Пилот и ожидаемый эффект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C4353-1DE3-423E-842A-06E1E451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Первый сегмент: КФХ Саратовской области.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1684B-0FC6-498A-9237-85C35017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Задача пилота: подобрать поддержку и составить план.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EC2B4-D18C-4177-A65F-9C0A4353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902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Сравнение с самостоятельным поиском по тем же источникам.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1C7CA8-1E6E-4D5B-BD8A-80EB9CBDA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Метрики: время, ошибки и доля завершивших сценарий.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6573F6-E15A-4AE0-BEC8-BB8ABE20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676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766C"/>
                </a:solidFill>
                <a:latin typeface="Arial"/>
                <a:ea typeface="Arial"/>
                <a:cs typeface="Arial"/>
              </a:rPr>
              <a:t>Гипотеза: сохранённый план уменьшит повторный поиск документов.</a:t>
            </a:r>
          </a:p>
        </p:txBody>
      </p:sp>
    </p:spTree>
    <p:extLst>
      <p:ext uri="{BB962C8B-B14F-4D97-AF65-F5344CB8AC3E}">
        <p14:creationId xmlns:p14="http://schemas.microsoft.com/office/powerpoint/2010/main" val="17746586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BC26A9-A6DF-450B-AD04-15A1AC3B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Расширение на другой регион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5FB33-F075-485B-A4BD-0A3ADCCC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Сохраняем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2D6E0-FF29-452B-AA6E-DA3643E23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504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Движок правил</a:t>
            </a:r>
          </a:p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Версии и отборы</a:t>
            </a:r>
          </a:p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Профиль и личный план</a:t>
            </a:r>
          </a:p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Авторизацию MAX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8A162D-DD71-4464-BD82-191EC249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90700"/>
            <a:ext cx="485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214B3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14B38"/>
                </a:solidFill>
                <a:latin typeface="Arial"/>
                <a:ea typeface="Arial"/>
                <a:cs typeface="Arial"/>
              </a:rPr>
              <a:t>Адаптируем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AEE55B-2397-4E1E-8C16-E57171B7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790825"/>
            <a:ext cx="50482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Региональные документы</a:t>
            </a:r>
          </a:p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Категории и справочники</a:t>
            </a:r>
          </a:p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Маршруты подачи</a:t>
            </a:r>
          </a:p>
          <a:p xmlns:a="http://schemas.openxmlformats.org/drawingml/2006/main">
            <a:pPr>
              <a:defRPr sz="240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Работу редактора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FAAB8-3DFC-4EC5-9DDB-04BBEDBFB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972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6766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66766C"/>
                </a:solidFill>
                <a:latin typeface="Arial"/>
                <a:ea typeface="Arial"/>
                <a:cs typeface="Arial"/>
              </a:rPr>
              <a:t>Следующий шаг: исследование Пензенской области и ограниченный пилот.</a:t>
            </a:r>
          </a:p>
        </p:txBody>
      </p:sp>
    </p:spTree>
    <p:extLst>
      <p:ext uri="{BB962C8B-B14F-4D97-AF65-F5344CB8AC3E}">
        <p14:creationId xmlns:p14="http://schemas.microsoft.com/office/powerpoint/2010/main" val="35040605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2BD4F-945C-45CB-9ABA-8A9A5AE1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Текущие границы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34727-C867-48C4-A471-544217DB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MAX, HTTPS и сохранение анкеты работают.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510E5-52F6-4D10-8245-66B4B1006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Закрытые отборы не отображаются открытыми.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AF959-5CE7-404A-87FD-DF4093A25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66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10 справочных карточек доступны для личного плана.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3CEC0-B88D-418A-943E-1D258F599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76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Полный допуск требует дальнейшей сверки условий.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A7EC5-9F43-477A-87A2-03B07CA3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Заявки подписывает и подаёт сам пользователь.</a:t>
            </a:r>
          </a:p>
        </p:txBody>
      </p:sp>
    </p:spTree>
    <p:extLst>
      <p:ext uri="{BB962C8B-B14F-4D97-AF65-F5344CB8AC3E}">
        <p14:creationId xmlns:p14="http://schemas.microsoft.com/office/powerpoint/2010/main" val="18996764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6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87417D-5F1B-4BD2-86E5-C46AE0D1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13C32"/>
                </a:solidFill>
                <a:latin typeface="Arial"/>
                <a:ea typeface="Arial"/>
                <a:cs typeface="Arial"/>
              </a:rPr>
              <a:t>Источники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8549D-B94B-4634-ADBD-CDCC64AB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Минсельхоз Саратовской области: minagro.saratov.gov.ru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7F920-B394-4B25-AADE-5970368DB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507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Объявления отборов: promote.budget.gov.ru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8D327-07A1-469A-BC7F-10920E6E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24225"/>
            <a:ext cx="10972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13C3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13C32"/>
                </a:solidFill>
                <a:latin typeface="Arial"/>
                <a:ea typeface="Arial"/>
                <a:cs typeface="Arial"/>
              </a:rPr>
              <a:t>Публикации нормативных актов: publication.pravo.gov.ru</a:t>
            </a:r>
          </a:p>
        </p:txBody>
      </p:sp>
    </p:spTree>
    <p:extLst>
      <p:ext uri="{BB962C8B-B14F-4D97-AF65-F5344CB8AC3E}">
        <p14:creationId xmlns:p14="http://schemas.microsoft.com/office/powerpoint/2010/main" val="10865892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2026-09-29T15:48:49.6660000Z</dcterms:created>
  <dcterms:modified xsi:type="dcterms:W3CDTF">2026-09-29T15:48:49.6660000Z</dcterms:modified>
</coreProperties>
</file>